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788" y="8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8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8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10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7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2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0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9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29F91-DB5B-44A8-8E8E-823D245066A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5C011-7015-4F83-9857-14E1975E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3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24" y="454298"/>
            <a:ext cx="11451552" cy="5670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4517" y="5570773"/>
            <a:ext cx="2310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Power </a:t>
            </a:r>
            <a:r>
              <a:rPr lang="en-US" sz="2400" b="1" dirty="0" smtClean="0"/>
              <a:t>Automate</a:t>
            </a:r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799350" y="5570409"/>
            <a:ext cx="2310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Power </a:t>
            </a:r>
            <a:r>
              <a:rPr lang="en-US" sz="2400" b="1" dirty="0" smtClean="0"/>
              <a:t>Apps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928083" y="5570772"/>
            <a:ext cx="2310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Power </a:t>
            </a:r>
            <a:r>
              <a:rPr lang="en-US" sz="2400" b="1" dirty="0" smtClean="0"/>
              <a:t>BI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557991" y="5570408"/>
            <a:ext cx="2310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Copilot Agents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89269" y="5955863"/>
            <a:ext cx="2040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Process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3329" y="5955863"/>
            <a:ext cx="168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Business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5628" y="5955863"/>
            <a:ext cx="168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App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7927" y="5955863"/>
            <a:ext cx="168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Custom Agent</a:t>
            </a:r>
          </a:p>
        </p:txBody>
      </p:sp>
    </p:spTree>
    <p:extLst>
      <p:ext uri="{BB962C8B-B14F-4D97-AF65-F5344CB8AC3E}">
        <p14:creationId xmlns:p14="http://schemas.microsoft.com/office/powerpoint/2010/main" val="232612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2026-01-21T21:26:03Z</dcterms:created>
  <dcterms:modified xsi:type="dcterms:W3CDTF">2026-01-21T21:31:52Z</dcterms:modified>
</cp:coreProperties>
</file>